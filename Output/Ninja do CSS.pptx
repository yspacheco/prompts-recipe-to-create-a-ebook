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7" r:id="rId2"/>
    <p:sldId id="263" r:id="rId3"/>
    <p:sldId id="264" r:id="rId4"/>
    <p:sldId id="265" r:id="rId5"/>
    <p:sldId id="266" r:id="rId6"/>
    <p:sldId id="261" r:id="rId7"/>
    <p:sldId id="267" r:id="rId8"/>
    <p:sldId id="268" r:id="rId9"/>
    <p:sldId id="262" r:id="rId10"/>
    <p:sldId id="269" r:id="rId11"/>
    <p:sldId id="270" r:id="rId12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81BFC5"/>
    <a:srgbClr val="11FFFE"/>
    <a:srgbClr val="36ABFF"/>
    <a:srgbClr val="0D0A27"/>
    <a:srgbClr val="37ABFF"/>
    <a:srgbClr val="F1FEFE"/>
    <a:srgbClr val="85A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3036" y="126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8B089FE-5646-9CF7-A0CD-D9371092F7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8ADF765-FF2C-6672-30DF-4E02B0FCB8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237D1-EB3E-42ED-8017-A3E0F540A544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EF68CF-250A-55FC-E1E4-D9C6F5A555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12F9274-313E-B987-AB97-907ACC11A2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93A92-22D6-4927-AF67-7D3B866A4AC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333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8E0544-B9E7-47A8-ABD7-B3CFDECA6595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A01F6-44E6-448B-9319-3BC869F75E0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810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35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52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70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87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05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22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40" algn="l" defTabSz="91423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CAA1B-DFB8-467D-A20E-1BF5C572C99B}" type="datetime1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2411027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CAA1B-DFB8-467D-A20E-1BF5C572C99B}" type="datetime1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198271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CAA1B-DFB8-467D-A20E-1BF5C572C99B}" type="datetime1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351331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CAA1B-DFB8-467D-A20E-1BF5C572C99B}" type="datetime1">
              <a:rPr lang="pt-BR" smtClean="0"/>
              <a:t>03/11/2025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8549957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CAA1B-DFB8-467D-A20E-1BF5C572C99B}" type="datetime1">
              <a:rPr lang="pt-BR" smtClean="0"/>
              <a:t>03/11/2025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437672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CAA1B-DFB8-467D-A20E-1BF5C572C99B}" type="datetime1">
              <a:rPr lang="pt-BR" smtClean="0"/>
              <a:t>03/11/2025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2657619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CAA1B-DFB8-467D-A20E-1BF5C572C99B}" type="datetime1">
              <a:rPr lang="pt-BR" smtClean="0"/>
              <a:t>03/11/2025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9854696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CAA1B-DFB8-467D-A20E-1BF5C572C99B}" type="datetime1">
              <a:rPr lang="pt-BR" smtClean="0"/>
              <a:t>03/11/2025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23745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CAA1B-DFB8-467D-A20E-1BF5C572C99B}" type="datetime1">
              <a:rPr lang="pt-BR" smtClean="0"/>
              <a:t>03/11/2025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659800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CAA1B-DFB8-467D-A20E-1BF5C572C99B}" type="datetime1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139015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CAA1B-DFB8-467D-A20E-1BF5C572C99B}" type="datetime1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584691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CAA1B-DFB8-467D-A20E-1BF5C572C99B}" type="datetime1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46D60-96CE-4402-8D7C-2F4B1C38268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0341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3F7151-9640-D171-1B1E-E35F1F50E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" y="0"/>
            <a:ext cx="9600791" cy="12801600"/>
          </a:xfrm>
          <a:prstGeom prst="rect">
            <a:avLst/>
          </a:prstGeom>
          <a:noFill/>
        </p:spPr>
      </p:pic>
      <p:sp>
        <p:nvSpPr>
          <p:cNvPr id="14" name="fundo_subtitulo">
            <a:extLst>
              <a:ext uri="{FF2B5EF4-FFF2-40B4-BE49-F238E27FC236}">
                <a16:creationId xmlns:a16="http://schemas.microsoft.com/office/drawing/2014/main" id="{CECE1AD7-AD65-2877-B848-F4A38CF96147}"/>
              </a:ext>
            </a:extLst>
          </p:cNvPr>
          <p:cNvSpPr/>
          <p:nvPr/>
        </p:nvSpPr>
        <p:spPr>
          <a:xfrm>
            <a:off x="1573798" y="1396194"/>
            <a:ext cx="6442461" cy="5576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8"/>
          </a:p>
        </p:txBody>
      </p:sp>
      <p:pic>
        <p:nvPicPr>
          <p:cNvPr id="8" name="logo_css" descr="Ícone&#10;&#10;Descrição gerada automaticamente">
            <a:extLst>
              <a:ext uri="{FF2B5EF4-FFF2-40B4-BE49-F238E27FC236}">
                <a16:creationId xmlns:a16="http://schemas.microsoft.com/office/drawing/2014/main" id="{EA26D580-CAFF-82C8-5A63-D0CFDDFA66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575"/>
          <a:stretch/>
        </p:blipFill>
        <p:spPr>
          <a:xfrm>
            <a:off x="2556160" y="8006026"/>
            <a:ext cx="3975533" cy="1877191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7405FB1-0AFE-DF6D-4838-8755D3F2C988}"/>
              </a:ext>
            </a:extLst>
          </p:cNvPr>
          <p:cNvSpPr txBox="1"/>
          <p:nvPr/>
        </p:nvSpPr>
        <p:spPr>
          <a:xfrm>
            <a:off x="-5366" y="270763"/>
            <a:ext cx="6793733" cy="1083502"/>
          </a:xfrm>
          <a:prstGeom prst="rect">
            <a:avLst/>
          </a:prstGeom>
          <a:noFill/>
          <a:effectLst>
            <a:glow rad="1092200">
              <a:schemeClr val="accent1">
                <a:alpha val="28000"/>
              </a:schemeClr>
            </a:glow>
            <a:outerShdw blurRad="50800" dist="50800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6441" dirty="0">
                <a:solidFill>
                  <a:schemeClr val="bg1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8BIT WONDER" panose="00000400000000000000" pitchFamily="2" charset="0"/>
              </a:rPr>
              <a:t>Ninja do CSS</a:t>
            </a:r>
          </a:p>
        </p:txBody>
      </p:sp>
      <p:sp>
        <p:nvSpPr>
          <p:cNvPr id="13" name="subtitulo">
            <a:extLst>
              <a:ext uri="{FF2B5EF4-FFF2-40B4-BE49-F238E27FC236}">
                <a16:creationId xmlns:a16="http://schemas.microsoft.com/office/drawing/2014/main" id="{429024B7-8E30-E5DB-74CA-5CCE07B84C5A}"/>
              </a:ext>
            </a:extLst>
          </p:cNvPr>
          <p:cNvSpPr txBox="1"/>
          <p:nvPr/>
        </p:nvSpPr>
        <p:spPr>
          <a:xfrm>
            <a:off x="1925492" y="1381069"/>
            <a:ext cx="5739072" cy="5878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20" dirty="0">
                <a:solidFill>
                  <a:schemeClr val="bg1"/>
                </a:solidFill>
                <a:latin typeface="Impact" panose="020B0806030902050204" pitchFamily="34" charset="0"/>
              </a:rPr>
              <a:t>Dominando o Justo da Estilização</a:t>
            </a:r>
          </a:p>
        </p:txBody>
      </p:sp>
      <p:sp>
        <p:nvSpPr>
          <p:cNvPr id="16" name="fundo_rodape">
            <a:extLst>
              <a:ext uri="{FF2B5EF4-FFF2-40B4-BE49-F238E27FC236}">
                <a16:creationId xmlns:a16="http://schemas.microsoft.com/office/drawing/2014/main" id="{8A5EDDAD-04F3-2FDC-9612-B1EBD47701CD}"/>
              </a:ext>
            </a:extLst>
          </p:cNvPr>
          <p:cNvSpPr/>
          <p:nvPr/>
        </p:nvSpPr>
        <p:spPr>
          <a:xfrm>
            <a:off x="3326141" y="12174440"/>
            <a:ext cx="2937773" cy="557604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8"/>
          </a:p>
        </p:txBody>
      </p:sp>
      <p:sp>
        <p:nvSpPr>
          <p:cNvPr id="17" name="rodape">
            <a:extLst>
              <a:ext uri="{FF2B5EF4-FFF2-40B4-BE49-F238E27FC236}">
                <a16:creationId xmlns:a16="http://schemas.microsoft.com/office/drawing/2014/main" id="{6275A980-272E-6995-30C1-C7DA34BD34F2}"/>
              </a:ext>
            </a:extLst>
          </p:cNvPr>
          <p:cNvSpPr txBox="1"/>
          <p:nvPr/>
        </p:nvSpPr>
        <p:spPr>
          <a:xfrm>
            <a:off x="3527656" y="12144191"/>
            <a:ext cx="2534744" cy="587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20" dirty="0">
                <a:solidFill>
                  <a:srgbClr val="0D0A27"/>
                </a:solidFill>
                <a:latin typeface="Impact" panose="020B0806030902050204" pitchFamily="34" charset="0"/>
              </a:rPr>
              <a:t>Luca Pacheco</a:t>
            </a:r>
          </a:p>
        </p:txBody>
      </p:sp>
      <p:sp>
        <p:nvSpPr>
          <p:cNvPr id="15" name="subtitulo_componente">
            <a:extLst>
              <a:ext uri="{FF2B5EF4-FFF2-40B4-BE49-F238E27FC236}">
                <a16:creationId xmlns:a16="http://schemas.microsoft.com/office/drawing/2014/main" id="{4AC64B63-F496-F80D-2DF0-D95D155A98DB}"/>
              </a:ext>
            </a:extLst>
          </p:cNvPr>
          <p:cNvSpPr txBox="1"/>
          <p:nvPr/>
        </p:nvSpPr>
        <p:spPr>
          <a:xfrm>
            <a:off x="1741830" y="10652251"/>
            <a:ext cx="6106396" cy="753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47" dirty="0">
                <a:solidFill>
                  <a:schemeClr val="bg1"/>
                </a:solidFill>
                <a:latin typeface="+mj-lt"/>
              </a:rPr>
              <a:t>Aprenda quais são os principais tipos de seletores mais utilizadas na hora de construir páginas web</a:t>
            </a:r>
          </a:p>
        </p:txBody>
      </p:sp>
    </p:spTree>
    <p:extLst>
      <p:ext uri="{BB962C8B-B14F-4D97-AF65-F5344CB8AC3E}">
        <p14:creationId xmlns:p14="http://schemas.microsoft.com/office/powerpoint/2010/main" val="206018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2163661" y="4118212"/>
            <a:ext cx="5245016" cy="1578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10" dirty="0"/>
              <a:t>No mundo ninja da programação, o HTML constrói a Vila da Folha (Konoha), mas é o CSS (Cascading Style Sheets) que aplica o jutsu de transformação, dando cor, forma e estilo a tudo. Para um Shinobi da web, dominar o CSS é fundamental, e o segredo para isso é entender a arte de mirar: os Seletores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2975155" y="-449587"/>
            <a:ext cx="5245016" cy="505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84" dirty="0">
                <a:latin typeface="Impact" panose="020B0806030902050204" pitchFamily="34" charset="0"/>
              </a:rPr>
              <a:t>PRINCIPAIS SELETORES CSS</a:t>
            </a:r>
          </a:p>
        </p:txBody>
      </p:sp>
      <p:sp>
        <p:nvSpPr>
          <p:cNvPr id="4" name="subtitulo_componente">
            <a:extLst>
              <a:ext uri="{FF2B5EF4-FFF2-40B4-BE49-F238E27FC236}">
                <a16:creationId xmlns:a16="http://schemas.microsoft.com/office/drawing/2014/main" id="{25CCF5E4-57B1-4237-190B-AC69C1A6536B}"/>
              </a:ext>
            </a:extLst>
          </p:cNvPr>
          <p:cNvSpPr txBox="1"/>
          <p:nvPr/>
        </p:nvSpPr>
        <p:spPr>
          <a:xfrm>
            <a:off x="2163661" y="3422286"/>
            <a:ext cx="5245016" cy="422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47" dirty="0"/>
              <a:t>Introdução: O Chakra da Estilização </a:t>
            </a:r>
            <a:endParaRPr lang="pt-BR" sz="2147" dirty="0">
              <a:latin typeface="+mj-lt"/>
            </a:endParaRPr>
          </a:p>
        </p:txBody>
      </p:sp>
      <p:pic>
        <p:nvPicPr>
          <p:cNvPr id="6" name="logo_css" descr="Ícone&#10;&#10;Descrição gerada automaticamente">
            <a:extLst>
              <a:ext uri="{FF2B5EF4-FFF2-40B4-BE49-F238E27FC236}">
                <a16:creationId xmlns:a16="http://schemas.microsoft.com/office/drawing/2014/main" id="{A2D9A93F-3803-E8E7-32AC-1BF775A02A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6575"/>
          <a:stretch/>
        </p:blipFill>
        <p:spPr>
          <a:xfrm>
            <a:off x="1579370" y="6448736"/>
            <a:ext cx="6284509" cy="2967456"/>
          </a:xfrm>
          <a:prstGeom prst="rect">
            <a:avLst/>
          </a:prstGeom>
        </p:spPr>
      </p:pic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950483A-1B7C-BC8A-AFE0-E5A3B512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SELETORES CSS PARA Ninjas – Luca Pacheco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1966F1B7-35CA-277C-5D23-E67A2444F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400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-192505" y="0"/>
            <a:ext cx="9793705" cy="12801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8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2178092" y="4171424"/>
            <a:ext cx="52450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SELETORES DE ELEMENTO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2081839" y="808011"/>
            <a:ext cx="5245016" cy="3055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9257" dirty="0">
                <a:ln>
                  <a:solidFill>
                    <a:schemeClr val="accent2"/>
                  </a:solidFill>
                </a:ln>
                <a:noFill/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1331495" y="7994661"/>
            <a:ext cx="7138737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8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A8281A8C-F51B-8070-EE7F-AC4CBC315387}"/>
              </a:ext>
            </a:extLst>
          </p:cNvPr>
          <p:cNvSpPr txBox="1"/>
          <p:nvPr/>
        </p:nvSpPr>
        <p:spPr>
          <a:xfrm>
            <a:off x="2163661" y="8373604"/>
            <a:ext cx="524501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</a:rPr>
              <a:t>Os seletores de elemento permitem que você direcione um elemento HTML específico com base em seu nome de </a:t>
            </a:r>
            <a:r>
              <a:rPr lang="pt-BR" sz="2800" dirty="0" err="1">
                <a:solidFill>
                  <a:schemeClr val="bg1"/>
                </a:solidFill>
              </a:rPr>
              <a:t>tag</a:t>
            </a:r>
            <a:r>
              <a:rPr lang="pt-BR" sz="2800" dirty="0">
                <a:solidFill>
                  <a:schemeClr val="bg1"/>
                </a:solidFill>
              </a:rPr>
              <a:t>. Eles são simples e diretos. Vamos ver alguns exemplos: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351BD98C-D072-63C9-21C3-E1219F48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SELETORES CSS PARA Ninjas – Luca Pacheco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E200A01C-BA5B-3A36-1BF1-0562AE8A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8510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2163661" y="3999457"/>
            <a:ext cx="524501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O seletor de elemento simples é usado para selecionar elementos com base em seu nome de </a:t>
            </a:r>
            <a:r>
              <a:rPr lang="pt-BR" sz="2800" dirty="0" err="1"/>
              <a:t>tag</a:t>
            </a:r>
            <a:r>
              <a:rPr lang="pt-BR" sz="2800" dirty="0"/>
              <a:t>. Por exemplo, para estilizar todos os parágrafos em seu documento HTML, você pode usar o seletor de elemento p. Veja o exemplo abaixo: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2776819" y="-413141"/>
            <a:ext cx="5245016" cy="505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84" dirty="0">
                <a:latin typeface="Impact" panose="020B0806030902050204" pitchFamily="34" charset="0"/>
              </a:rPr>
              <a:t>SELETOR DE ELEMENTO SIMPLES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-483339" y="-1116651"/>
            <a:ext cx="96625" cy="1014561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8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700C8E0-6626-D7DD-1010-655515E46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725" y="7787292"/>
            <a:ext cx="8385749" cy="3829492"/>
          </a:xfrm>
          <a:prstGeom prst="rect">
            <a:avLst/>
          </a:prstGeom>
        </p:spPr>
      </p:pic>
      <p:sp>
        <p:nvSpPr>
          <p:cNvPr id="19" name="Espaço Reservado para Rodapé 18">
            <a:extLst>
              <a:ext uri="{FF2B5EF4-FFF2-40B4-BE49-F238E27FC236}">
                <a16:creationId xmlns:a16="http://schemas.microsoft.com/office/drawing/2014/main" id="{106B9400-10F5-C4D9-5FB4-31020CF6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SELETORES CSS PARA Ninjas – Luca Pacheco</a:t>
            </a:r>
          </a:p>
        </p:txBody>
      </p:sp>
      <p:sp>
        <p:nvSpPr>
          <p:cNvPr id="20" name="Espaço Reservado para Número de Slide 19">
            <a:extLst>
              <a:ext uri="{FF2B5EF4-FFF2-40B4-BE49-F238E27FC236}">
                <a16:creationId xmlns:a16="http://schemas.microsoft.com/office/drawing/2014/main" id="{919B02F9-1256-559A-957D-87AA95AA1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6699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2163661" y="3999457"/>
            <a:ext cx="52450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Você também pode usar uma classe em conjunto com o seletor de elemento para direcionar elementos específicos. Por exemplo, para estilizar apenas os parágrafos com a classe "destaque", você pode usar o seletor </a:t>
            </a:r>
            <a:r>
              <a:rPr lang="pt-BR" sz="2800" dirty="0" err="1"/>
              <a:t>p.destaque</a:t>
            </a:r>
            <a:r>
              <a:rPr lang="pt-BR" sz="2800" dirty="0"/>
              <a:t>. Veja o exemplo: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2559513" y="-430158"/>
            <a:ext cx="5245016" cy="505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84" dirty="0">
                <a:latin typeface="Impact" panose="020B0806030902050204" pitchFamily="34" charset="0"/>
              </a:rPr>
              <a:t>SELETOR DE ELEMENTO COM CLASSE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-483339" y="-1116651"/>
            <a:ext cx="96625" cy="1014561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8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FB2751F-08A0-9941-129D-A547A9D0B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805" y="7969775"/>
            <a:ext cx="8389590" cy="3831246"/>
          </a:xfrm>
          <a:prstGeom prst="rect">
            <a:avLst/>
          </a:prstGeom>
        </p:spPr>
      </p:pic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2C3508E1-2709-5CFF-2270-FDDC6B1B9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SELETORES CSS PARA Ninjas – Luca Pacheco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23368C93-F191-8BB0-76CF-5C194CD19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5512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-91910" y="-217551"/>
            <a:ext cx="9841832" cy="1310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8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2057776" y="4092476"/>
            <a:ext cx="52450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SELETORES DE CLASSE E ID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2057776" y="268036"/>
            <a:ext cx="5245016" cy="3055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9257" dirty="0">
                <a:ln>
                  <a:solidFill>
                    <a:schemeClr val="accent2"/>
                  </a:solidFill>
                </a:ln>
                <a:noFill/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2234905" y="7994661"/>
            <a:ext cx="5188203" cy="713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8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4F6127F0-6CC7-2E82-46AB-DF602C5CC776}"/>
              </a:ext>
            </a:extLst>
          </p:cNvPr>
          <p:cNvSpPr txBox="1"/>
          <p:nvPr/>
        </p:nvSpPr>
        <p:spPr>
          <a:xfrm>
            <a:off x="2163661" y="8373602"/>
            <a:ext cx="524501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</a:rPr>
              <a:t>Os seletores de classe e ID fornecem uma maneira mais precisa de direcionar elementos. Eles permitem que você atribua identificadores ou classes aos elementos HTML e os estilize de forma independente. Veja os exemplos abaixo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90E6D8A5-1A1A-B921-5118-21A6BD3F4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SELETORES CSS PARA Ninjas – Luca Pacheco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ED097E9B-2BDA-D42C-D47C-437D8B79E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7043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2163661" y="3999457"/>
            <a:ext cx="524501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O seletor de classe permite que você direcione elementos com base em suas classes. Por exemplo, para estilizar todos os elementos com a classe "botão", você pode usar o seletor .botão. Veja o exemplo: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3458092" y="-430158"/>
            <a:ext cx="5245016" cy="505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84" dirty="0">
                <a:latin typeface="Impact" panose="020B0806030902050204" pitchFamily="34" charset="0"/>
              </a:rPr>
              <a:t>SELETOR DE CLASSE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-483339" y="-1116651"/>
            <a:ext cx="96625" cy="1014561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8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585F010-8CE1-BD79-782A-7C7F4947D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369" y="7672148"/>
            <a:ext cx="6442461" cy="2942057"/>
          </a:xfrm>
          <a:prstGeom prst="rect">
            <a:avLst/>
          </a:prstGeom>
        </p:spPr>
      </p:pic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798D93-ED72-CD33-880D-2C72AA1C4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SELETORES CSS PARA Ninjas – Luca Pacheco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51B58DE0-4197-A9DA-3C15-1110405E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5887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2163661" y="3999457"/>
            <a:ext cx="524501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O seletor de ID é usado para direcionar um elemento específico com base em seu ID exclusivo. Por exemplo, para estilizar um elemento com o ID "cabeçalho", você pode usar o seletor #cabeçalho. Veja o exemplo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3834148" y="-432934"/>
            <a:ext cx="5245016" cy="505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84" dirty="0">
                <a:latin typeface="Impact" panose="020B0806030902050204" pitchFamily="34" charset="0"/>
              </a:rPr>
              <a:t>SELETOR DE ID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-483339" y="-1116651"/>
            <a:ext cx="96625" cy="1014561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8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85CF9CB-4CC1-DE44-FE12-DBFD06756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369" y="7641105"/>
            <a:ext cx="6442461" cy="2942057"/>
          </a:xfrm>
          <a:prstGeom prst="rect">
            <a:avLst/>
          </a:prstGeom>
        </p:spPr>
      </p:pic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13705D91-2830-D276-4CDD-D1D05BFB2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SELETORES CSS PARA Ninjas – Luca Pacheco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E74BF1F5-AB5B-FE30-A4A2-5DCD1ECE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655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8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2121279" y="4264057"/>
            <a:ext cx="524501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SELETORES DE DESCENDENTE E FILHO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2163661" y="1176200"/>
            <a:ext cx="5245016" cy="3055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9257" dirty="0">
                <a:ln>
                  <a:solidFill>
                    <a:schemeClr val="accent2"/>
                  </a:solidFill>
                </a:ln>
                <a:noFill/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2234905" y="7994661"/>
            <a:ext cx="5188203" cy="713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8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1A38D318-280C-0E99-2186-7D919CA59191}"/>
              </a:ext>
            </a:extLst>
          </p:cNvPr>
          <p:cNvSpPr txBox="1"/>
          <p:nvPr/>
        </p:nvSpPr>
        <p:spPr>
          <a:xfrm>
            <a:off x="2163661" y="8373602"/>
            <a:ext cx="524501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</a:rPr>
              <a:t>Os seletores de descendente e filho permitem que você selecione elementos com base em sua hierarquia dentro do HTML. Eles são úteis para estilizar elementos específicos dentro de um contexto mais amplo. Confira os exemplos a seguir: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ED5FF5DA-5CF2-1E22-3C5B-B6117E870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SELETORES CSS PARA Ninjas – Luca Pacheco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CFFF15F9-9106-7134-AA2D-FD2E7ED9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851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2163661" y="3999457"/>
            <a:ext cx="524501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O seletor de descendente permite que você selecione elementos dentro de outros elementos. Por exemplo, para estilizar todas as listas não ordenadas dentro de uma </a:t>
            </a:r>
            <a:r>
              <a:rPr lang="pt-BR" sz="2800" dirty="0" err="1"/>
              <a:t>div</a:t>
            </a:r>
            <a:r>
              <a:rPr lang="pt-BR" sz="2800" dirty="0"/>
              <a:t> com a classe "container", você pode usar o seletor .container </a:t>
            </a:r>
            <a:r>
              <a:rPr lang="pt-BR" sz="2800" dirty="0" err="1"/>
              <a:t>ul</a:t>
            </a:r>
            <a:r>
              <a:rPr lang="pt-BR" sz="2800" dirty="0"/>
              <a:t>. Veja o exemplo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3252253" y="-449587"/>
            <a:ext cx="5245016" cy="505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84" dirty="0">
                <a:latin typeface="Impact" panose="020B0806030902050204" pitchFamily="34" charset="0"/>
              </a:rPr>
              <a:t>SELETOR DE DESCENDENTE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-483339" y="-1116651"/>
            <a:ext cx="96625" cy="1014561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8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95D5724-24DA-ADC3-C379-B601C7A51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369" y="8040076"/>
            <a:ext cx="6442461" cy="2942057"/>
          </a:xfrm>
          <a:prstGeom prst="rect">
            <a:avLst/>
          </a:prstGeom>
        </p:spPr>
      </p:pic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16565A60-9FB1-1F97-0762-8DE359BB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SELETORES CSS PARA Ninjas – Luca Pacheco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30BC083C-9C5F-F316-D781-2502741E5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7347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2163661" y="3999457"/>
            <a:ext cx="524501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/>
              <a:t>O seletor de filho direto é semelhante ao seletor de descendente, mas seleciona apenas os elementos filhos diretos de um elemento pai. Por exemplo, para estilizar apenas os parágrafos que são filhos diretos de uma </a:t>
            </a:r>
            <a:r>
              <a:rPr lang="pt-BR" sz="2800" dirty="0" err="1"/>
              <a:t>div</a:t>
            </a:r>
            <a:r>
              <a:rPr lang="pt-BR" sz="2800" dirty="0"/>
              <a:t> com a classe "destaque", você pode usar o seletor .destaque &gt; p. Veja o exemplo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3113702" y="-449587"/>
            <a:ext cx="5245016" cy="505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684" dirty="0">
                <a:latin typeface="Impact" panose="020B0806030902050204" pitchFamily="34" charset="0"/>
              </a:rPr>
              <a:t> SELETOR DE FILHO DIRETO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-483339" y="-1116651"/>
            <a:ext cx="96625" cy="1014561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8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37A2726-DEDE-D6F8-5606-6CD681A8B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369" y="8050971"/>
            <a:ext cx="6442461" cy="2942057"/>
          </a:xfrm>
          <a:prstGeom prst="rect">
            <a:avLst/>
          </a:prstGeom>
        </p:spPr>
      </p:pic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1C2FB977-C576-929A-11F8-065104F07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SELETORES CSS PARA Ninjas – Luca Pacheco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C0112A6A-8045-BDE1-CBCD-30BA39BF3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9074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ebook - template</Template>
  <TotalTime>39</TotalTime>
  <Words>606</Words>
  <Application>Microsoft Office PowerPoint</Application>
  <PresentationFormat>A3 Paper (297x420 mm)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8BIT WONDER</vt:lpstr>
      <vt:lpstr>Arial</vt:lpstr>
      <vt:lpstr>Calibri</vt:lpstr>
      <vt:lpstr>Calibri Light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LucaPacheco Bresciani</dc:creator>
  <cp:lastModifiedBy>LucaPacheco Bresciani</cp:lastModifiedBy>
  <cp:revision>1</cp:revision>
  <dcterms:created xsi:type="dcterms:W3CDTF">2025-11-03T19:08:07Z</dcterms:created>
  <dcterms:modified xsi:type="dcterms:W3CDTF">2025-11-03T19:47:33Z</dcterms:modified>
</cp:coreProperties>
</file>